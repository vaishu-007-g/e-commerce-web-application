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14" r:id="rId1"/>
  </p:sldMasterIdLst>
  <p:notesMasterIdLst>
    <p:notesMasterId r:id="rId11"/>
  </p:notesMasterIdLst>
  <p:sldIdLst>
    <p:sldId id="272" r:id="rId2"/>
    <p:sldId id="268" r:id="rId3"/>
    <p:sldId id="269" r:id="rId4"/>
    <p:sldId id="270" r:id="rId5"/>
    <p:sldId id="271" r:id="rId6"/>
    <p:sldId id="263" r:id="rId7"/>
    <p:sldId id="273" r:id="rId8"/>
    <p:sldId id="265" r:id="rId9"/>
    <p:sldId id="274" r:id="rId10"/>
  </p:sldIdLst>
  <p:sldSz cx="14630400" cy="8229600"/>
  <p:notesSz cx="8229600" cy="14630400"/>
  <p:embeddedFontLst>
    <p:embeddedFont>
      <p:font typeface="Book Antiqua" panose="02040602050305030304" pitchFamily="18" charset="0"/>
      <p:regular r:id="rId12"/>
      <p:bold r:id="rId13"/>
      <p:italic r:id="rId14"/>
      <p:boldItalic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DM Sans Semi Bold" panose="020B0604020202020204" charset="0"/>
      <p:regular r:id="rId20"/>
    </p:embeddedFont>
    <p:embeddedFont>
      <p:font typeface="Wingdings 3" panose="050401020108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FC678-2E2C-442B-A22C-EE77BA573C3B}" v="10" dt="2026-04-04T15:26:59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032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AA4C14-C6F3-48E8-9810-838FE2F7B48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671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650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7680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09952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91615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9717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300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3381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967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0473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738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8845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5549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460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886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41038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93426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9439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09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90570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6475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189"/>
            <a:ext cx="2828009" cy="8223715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2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7" r:id="rId18"/>
    <p:sldLayoutId id="2147483738" r:id="rId19"/>
    <p:sldLayoutId id="2147483739" r:id="rId20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175864" y="731520"/>
            <a:ext cx="12489132" cy="49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MAHARASHTRA  STATE  BOARD  OF TECHNICAL 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3517" y="3804631"/>
            <a:ext cx="10226427" cy="1826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 GOVERNMENT POLTYTECHNIC JINTUR</a:t>
            </a:r>
          </a:p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COMPUTER ENGINEERING DEPARTMENT</a:t>
            </a:r>
          </a:p>
          <a:p>
            <a:pPr>
              <a:lnSpc>
                <a:spcPct val="150000"/>
              </a:lnSpc>
            </a:pPr>
            <a:r>
              <a:rPr lang="en-US" sz="2592" b="1" dirty="0">
                <a:latin typeface="Book Antiqua" pitchFamily="18" charset="0"/>
              </a:rPr>
              <a:t>              ACADMIC YEAR:- 2025-2026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0" y="369279"/>
            <a:ext cx="1188720" cy="116768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3" name="TextBox 2"/>
          <p:cNvSpPr txBox="1"/>
          <p:nvPr/>
        </p:nvSpPr>
        <p:spPr>
          <a:xfrm>
            <a:off x="1920240" y="7094653"/>
            <a:ext cx="6879516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 Antiqua" pitchFamily="18" charset="0"/>
              </a:rPr>
              <a:t>UNDER GUIDENCE OF :-PROF. M.A.ZAHED 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560" y="6180387"/>
            <a:ext cx="7020649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TOPIC :-</a:t>
            </a: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 CPP Final Project: E-commerce Business Web Application </a:t>
            </a:r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95937" y="5871219"/>
            <a:ext cx="3076514" cy="49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PRESENTED BY: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22484" y="5821012"/>
            <a:ext cx="4915124" cy="2086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  <a:p>
            <a:pPr marL="411480" indent="-411480">
              <a:buFont typeface="+mj-lt"/>
              <a:buAutoNum type="arabicPeriod"/>
            </a:pPr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Gauri Dahale</a:t>
            </a:r>
          </a:p>
          <a:p>
            <a:pPr marL="411480" indent="-411480">
              <a:buFont typeface="+mj-lt"/>
              <a:buAutoNum type="arabicPeriod"/>
            </a:pPr>
            <a:r>
              <a:rPr lang="en-US" sz="2592" b="1" dirty="0">
                <a:latin typeface="Times New Roman" pitchFamily="18" charset="0"/>
                <a:cs typeface="Times New Roman" pitchFamily="18" charset="0"/>
              </a:rPr>
              <a:t>Vaishnavi Gaikwad</a:t>
            </a:r>
          </a:p>
          <a:p>
            <a:pPr marL="411480" indent="-411480">
              <a:buFont typeface="+mj-lt"/>
              <a:buAutoNum type="arabicPeriod"/>
            </a:pP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Amruta </a:t>
            </a:r>
            <a:r>
              <a:rPr lang="en-IN" sz="2592" b="1" dirty="0" err="1">
                <a:latin typeface="Times New Roman" pitchFamily="18" charset="0"/>
                <a:cs typeface="Times New Roman" pitchFamily="18" charset="0"/>
              </a:rPr>
              <a:t>Khodse</a:t>
            </a:r>
            <a:endParaRPr lang="en-IN" sz="2592" b="1" dirty="0">
              <a:latin typeface="Times New Roman" pitchFamily="18" charset="0"/>
              <a:cs typeface="Times New Roman" pitchFamily="18" charset="0"/>
            </a:endParaRPr>
          </a:p>
          <a:p>
            <a:pPr marL="411480" indent="-411480">
              <a:buFont typeface="+mj-lt"/>
              <a:buAutoNum type="arabicPeriod"/>
            </a:pPr>
            <a:r>
              <a:rPr lang="en-IN" sz="2592" b="1" dirty="0">
                <a:latin typeface="Times New Roman" pitchFamily="18" charset="0"/>
                <a:cs typeface="Times New Roman" pitchFamily="18" charset="0"/>
              </a:rPr>
              <a:t>Rupali </a:t>
            </a:r>
            <a:r>
              <a:rPr lang="en-IN" sz="2592" b="1" dirty="0" err="1">
                <a:latin typeface="Times New Roman" pitchFamily="18" charset="0"/>
                <a:cs typeface="Times New Roman" pitchFamily="18" charset="0"/>
              </a:rPr>
              <a:t>Pofle</a:t>
            </a:r>
            <a:endParaRPr lang="en-US" sz="2592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0FD42-28FF-5CD4-8271-94A4D16F6D0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 rot="-10799999" flipV="1">
            <a:off x="5597912" y="1536959"/>
            <a:ext cx="2999678" cy="19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612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9DC3-3C84-4526-A05B-2C56E39E6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1856" y="785527"/>
            <a:ext cx="10694024" cy="1537068"/>
          </a:xfrm>
        </p:spPr>
        <p:txBody>
          <a:bodyPr/>
          <a:lstStyle/>
          <a:p>
            <a:pPr marL="0" indent="0">
              <a:lnSpc>
                <a:spcPts val="5550"/>
              </a:lnSpc>
            </a:pPr>
            <a:r>
              <a:rPr lang="en-US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M-tech Multi-services</a:t>
            </a:r>
            <a:br>
              <a:rPr lang="en-US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</a:br>
            <a:r>
              <a:rPr lang="en-US" dirty="0">
                <a:solidFill>
                  <a:srgbClr val="030303"/>
                </a:solidFill>
                <a:latin typeface="DM Sans Semi Bold" pitchFamily="34" charset="0"/>
              </a:rPr>
              <a:t>Web Application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AF4BB-0507-427A-A7C8-E591B757E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00" y="3044414"/>
            <a:ext cx="10698480" cy="4533146"/>
          </a:xfrm>
        </p:spPr>
        <p:txBody>
          <a:bodyPr/>
          <a:lstStyle/>
          <a:p>
            <a:r>
              <a:rPr lang="en-US" dirty="0"/>
              <a:t>Project Name: </a:t>
            </a:r>
            <a:r>
              <a:rPr lang="en-US" b="1" dirty="0"/>
              <a:t>M-Tech Services</a:t>
            </a:r>
            <a:endParaRPr lang="en-US" dirty="0"/>
          </a:p>
          <a:p>
            <a:r>
              <a:rPr lang="en-US" dirty="0"/>
              <a:t>Subtitle: </a:t>
            </a:r>
            <a:r>
              <a:rPr lang="en-US" b="1" dirty="0"/>
              <a:t>A Secure &amp; Innovative Digital Platform</a:t>
            </a:r>
            <a:endParaRPr lang="en-US" sz="1200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697C0-52F4-4C0B-A455-A482A76E8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968" y="822122"/>
            <a:ext cx="1463878" cy="14638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549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D01DC6D-2309-4FB9-8897-F490857DA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12235" y="485583"/>
            <a:ext cx="1194558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"Introduction to M-Tech Services"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24B28-C337-437F-A88A-EBDFFA3A4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1175" y="1982350"/>
            <a:ext cx="12022456" cy="4988606"/>
          </a:xfrm>
        </p:spPr>
        <p:txBody>
          <a:bodyPr>
            <a:normAutofit/>
          </a:bodyPr>
          <a:lstStyle/>
          <a:p>
            <a:r>
              <a:rPr lang="en-US" sz="1600" b="1" dirty="0"/>
              <a:t>Brief Overview of M-Tech Services (Project Overview)</a:t>
            </a:r>
          </a:p>
          <a:p>
            <a:endParaRPr lang="en-US" sz="1600" b="1" dirty="0"/>
          </a:p>
          <a:p>
            <a:r>
              <a:rPr lang="en-US" sz="1600" dirty="0"/>
              <a:t>M-Tech Services is a </a:t>
            </a:r>
            <a:r>
              <a:rPr lang="en-US" sz="1600" b="1" dirty="0"/>
              <a:t>comprehensive digital platform</a:t>
            </a:r>
            <a:r>
              <a:rPr lang="en-US" sz="1600" dirty="0"/>
              <a:t> designed to provide </a:t>
            </a:r>
            <a:r>
              <a:rPr lang="en-US" sz="1600" b="1" dirty="0"/>
              <a:t>ID card solutions, IT services, and security systems</a:t>
            </a:r>
            <a:r>
              <a:rPr lang="en-US" sz="1600" dirty="0"/>
              <a:t>. The platform ensures </a:t>
            </a:r>
            <a:r>
              <a:rPr lang="en-US" sz="1600" b="1" dirty="0"/>
              <a:t>efficiency, security, and seamless user experience</a:t>
            </a:r>
            <a:r>
              <a:rPr lang="en-US" sz="1600" dirty="0"/>
              <a:t> by </a:t>
            </a:r>
            <a:r>
              <a:rPr lang="en-IN" sz="1600" dirty="0"/>
              <a:t>Providing </a:t>
            </a:r>
            <a:r>
              <a:rPr lang="en-US" sz="1600" dirty="0"/>
              <a:t>cutting-edge technologies such as </a:t>
            </a:r>
            <a:r>
              <a:rPr lang="en-US" sz="1600" b="1" dirty="0"/>
              <a:t>biometric authentication, encryption, and e-commerce functionalities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IN" sz="1600" b="1" dirty="0"/>
              <a:t>Services </a:t>
            </a:r>
            <a:r>
              <a:rPr lang="en-US" sz="1600" b="1" dirty="0"/>
              <a:t>of the Project: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b="1" dirty="0"/>
              <a:t>ID Card Solutions:</a:t>
            </a:r>
            <a:r>
              <a:rPr lang="en-US" sz="1600" dirty="0"/>
              <a:t> Custom ID cards, smart cards, and RFID-based authentication.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US" sz="1600" b="1" dirty="0"/>
              <a:t>IT Services:</a:t>
            </a:r>
            <a:r>
              <a:rPr lang="en-US" sz="1600" dirty="0"/>
              <a:t> Networking solutions, software support, and technical consulting.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b="1" dirty="0"/>
              <a:t>Security Systems:</a:t>
            </a:r>
            <a:r>
              <a:rPr lang="en-US" sz="1600" dirty="0"/>
              <a:t> Biometric authentication, surveillance cameras, and access control.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b="1" dirty="0"/>
              <a:t>Government Document Service: </a:t>
            </a:r>
            <a:r>
              <a:rPr lang="en-IN" sz="1600" dirty="0"/>
              <a:t>Proved quick and easy steps to fill any government documents</a:t>
            </a:r>
            <a:r>
              <a:rPr lang="en-IN" sz="1600" b="1" dirty="0"/>
              <a:t>. 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017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1FF94-66D3-411F-ACE2-7343438C3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379" y="748932"/>
            <a:ext cx="11514156" cy="153706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System Functionality – What the System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0E396-484E-45DF-933A-65452C46A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054" y="3215260"/>
            <a:ext cx="10698480" cy="38782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600" b="1" dirty="0"/>
              <a:t>System </a:t>
            </a:r>
            <a:r>
              <a:rPr lang="en-US" sz="2600" b="1" dirty="0"/>
              <a:t>Functionalities:</a:t>
            </a:r>
          </a:p>
          <a:p>
            <a:pPr marL="0" indent="0">
              <a:buNone/>
            </a:pPr>
            <a:endParaRPr lang="en-US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Placing orders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Tracking Orders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Provide Important Information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Data Handling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Data modification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600" b="1" i="1" dirty="0"/>
              <a:t>Instant Problem Resolve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1600" b="1" i="1" dirty="0"/>
          </a:p>
          <a:p>
            <a:pPr marL="0" indent="0">
              <a:buNone/>
            </a:pPr>
            <a:endParaRPr lang="en-US" sz="1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BC5E3-8A8A-4958-A7D2-FAAFBF6EC416}"/>
              </a:ext>
            </a:extLst>
          </p:cNvPr>
          <p:cNvSpPr txBox="1"/>
          <p:nvPr/>
        </p:nvSpPr>
        <p:spPr>
          <a:xfrm>
            <a:off x="2850776" y="2024390"/>
            <a:ext cx="9864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400" dirty="0"/>
              <a:t>The </a:t>
            </a:r>
            <a:r>
              <a:rPr lang="en-US" sz="1400" b="1" dirty="0"/>
              <a:t>M-Tech Services System</a:t>
            </a:r>
            <a:r>
              <a:rPr lang="en-US" sz="1400" dirty="0"/>
              <a:t> is designed to provide a </a:t>
            </a:r>
            <a:r>
              <a:rPr lang="en-US" sz="1400" b="1" dirty="0"/>
              <a:t>secure and efficient platform</a:t>
            </a:r>
            <a:r>
              <a:rPr lang="en-US" sz="1400" dirty="0"/>
              <a:t> for managing </a:t>
            </a:r>
          </a:p>
          <a:p>
            <a:r>
              <a:rPr lang="en-US" sz="1400" b="1" dirty="0"/>
              <a:t>         ID card  processing, biometric authentication, and security device integration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784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12F1-AC58-485A-AFAB-AA6AC28D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48" y="1256593"/>
            <a:ext cx="10694024" cy="101532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tx1"/>
                </a:solidFill>
              </a:rPr>
              <a:t>Technologies </a:t>
            </a:r>
            <a:r>
              <a:rPr lang="en-IN" sz="4000" b="1" dirty="0" err="1">
                <a:solidFill>
                  <a:schemeClr val="tx1"/>
                </a:solidFill>
              </a:rPr>
              <a:t>Uesed</a:t>
            </a:r>
            <a:r>
              <a:rPr lang="en-US" sz="4000" b="1" dirty="0">
                <a:solidFill>
                  <a:schemeClr val="tx1"/>
                </a:solidFill>
              </a:rPr>
              <a:t>:</a:t>
            </a:r>
            <a:br>
              <a:rPr lang="en-US" sz="4400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AA89D-27BB-44B6-9C16-69D02873A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2271915"/>
            <a:ext cx="10909934" cy="482155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/>
              <a:t> </a:t>
            </a:r>
            <a:r>
              <a:rPr lang="en-IN" sz="1600" b="1" dirty="0"/>
              <a:t>Development Language: </a:t>
            </a:r>
          </a:p>
          <a:p>
            <a:r>
              <a:rPr lang="en-IN" sz="1600" b="1" dirty="0"/>
              <a:t>        Frontend Languages: HTML, CSS , JAVASCRIPT </a:t>
            </a:r>
          </a:p>
          <a:p>
            <a:r>
              <a:rPr lang="en-IN" sz="1600" b="1" dirty="0"/>
              <a:t>         Backend Languages: PHP, MYSQL 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dirty="0"/>
              <a:t> </a:t>
            </a:r>
            <a:r>
              <a:rPr lang="en-IN" sz="1600" b="1" dirty="0"/>
              <a:t> Resources Used: Vs Code </a:t>
            </a:r>
            <a:r>
              <a:rPr lang="en-IN" sz="1600" b="1" dirty="0" err="1"/>
              <a:t>Code</a:t>
            </a:r>
            <a:r>
              <a:rPr lang="en-IN" sz="1600" b="1" dirty="0"/>
              <a:t> </a:t>
            </a:r>
            <a:r>
              <a:rPr lang="en-IN" sz="1600" b="1" dirty="0" err="1"/>
              <a:t>Editer</a:t>
            </a:r>
            <a:r>
              <a:rPr lang="en-IN" sz="1600" b="1" dirty="0"/>
              <a:t>,  </a:t>
            </a:r>
            <a:r>
              <a:rPr lang="en-IN" sz="1600" b="1" dirty="0" err="1"/>
              <a:t>Xampp</a:t>
            </a:r>
            <a:r>
              <a:rPr lang="en-IN" sz="1600" b="1" dirty="0"/>
              <a:t> Server application, Google Chrome Browser </a:t>
            </a:r>
            <a:endParaRPr lang="en-US" sz="16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3791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Output</a:t>
            </a:r>
            <a:endParaRPr lang="en-US" sz="4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E1B7F1-E620-4275-A817-56AE6EDD1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831" y="2622368"/>
            <a:ext cx="5852159" cy="36575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007738-8E33-4EE2-B595-39E8B9CDB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434" y="2612572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387225C-552F-EDE1-80B0-0E4A1C019D18}"/>
              </a:ext>
            </a:extLst>
          </p:cNvPr>
          <p:cNvSpPr/>
          <p:nvPr/>
        </p:nvSpPr>
        <p:spPr>
          <a:xfrm>
            <a:off x="1815564" y="594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750FC5-CC57-9BB6-4A3C-FA81B3AE7496}"/>
              </a:ext>
            </a:extLst>
          </p:cNvPr>
          <p:cNvSpPr txBox="1"/>
          <p:nvPr/>
        </p:nvSpPr>
        <p:spPr>
          <a:xfrm>
            <a:off x="2548123" y="2822138"/>
            <a:ext cx="912222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+mj-lt"/>
              </a:rPr>
              <a:t>M-Tech Multi-Services has successfully developed a</a:t>
            </a:r>
            <a:r>
              <a:rPr lang="en-IN" sz="2400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efficient web application that enhances customer experience through a user-friendly front end and a well-integrated back-end system. The seamless interaction between these components ensures smooth transactions, secure data handling, and effective inventory management. </a:t>
            </a:r>
          </a:p>
        </p:txBody>
      </p:sp>
    </p:spTree>
    <p:extLst>
      <p:ext uri="{BB962C8B-B14F-4D97-AF65-F5344CB8AC3E}">
        <p14:creationId xmlns:p14="http://schemas.microsoft.com/office/powerpoint/2010/main" val="4083192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34421" y="9399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IN" sz="4450" dirty="0"/>
              <a:t>References </a:t>
            </a:r>
            <a:endParaRPr lang="en-US" sz="44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68B00-63EF-4325-3870-76D519532DF7}"/>
              </a:ext>
            </a:extLst>
          </p:cNvPr>
          <p:cNvSpPr txBox="1"/>
          <p:nvPr/>
        </p:nvSpPr>
        <p:spPr>
          <a:xfrm>
            <a:off x="3546668" y="2612572"/>
            <a:ext cx="83166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https://chatgpt.com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Dialogflow</a:t>
            </a:r>
            <a:r>
              <a:rPr lang="en-US" sz="2400" dirty="0"/>
              <a:t> (by Google)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https://dialogflow.cloud.google.com/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https://rasa.com/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Botpress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Link: https://botpress.com/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AE1D0-11F6-CAC3-DE77-F08BF6210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52348" y="1920241"/>
            <a:ext cx="16733829" cy="271533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         Thank You!!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28" name="Picture 4" descr="Multi Service Logo Ideas: A Comprehensive Guide For Creating A ...">
            <a:extLst>
              <a:ext uri="{FF2B5EF4-FFF2-40B4-BE49-F238E27FC236}">
                <a16:creationId xmlns:a16="http://schemas.microsoft.com/office/drawing/2014/main" id="{3CEDC437-2F25-7001-C6C9-FA50B0EC4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7678" y="562572"/>
            <a:ext cx="6585585" cy="271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88906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80</TotalTime>
  <Words>385</Words>
  <Application>Microsoft Office PowerPoint</Application>
  <PresentationFormat>Custom</PresentationFormat>
  <Paragraphs>58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Book Antiqua</vt:lpstr>
      <vt:lpstr>Wingdings 3</vt:lpstr>
      <vt:lpstr>Wingdings</vt:lpstr>
      <vt:lpstr>Arial</vt:lpstr>
      <vt:lpstr>Times New Roman</vt:lpstr>
      <vt:lpstr>DM Sans Semi Bold</vt:lpstr>
      <vt:lpstr>Century Gothic</vt:lpstr>
      <vt:lpstr>Courier New</vt:lpstr>
      <vt:lpstr>Wisp</vt:lpstr>
      <vt:lpstr>PowerPoint Presentation</vt:lpstr>
      <vt:lpstr>M-tech Multi-services Web Application</vt:lpstr>
      <vt:lpstr>                     "Introduction to M-Tech Services"  </vt:lpstr>
      <vt:lpstr>System Functionality – What the System Does</vt:lpstr>
      <vt:lpstr>Technologies Uesed: </vt:lpstr>
      <vt:lpstr>PowerPoint Presentation</vt:lpstr>
      <vt:lpstr>PowerPoint Presentation</vt:lpstr>
      <vt:lpstr>PowerPoint Presentation</vt:lpstr>
      <vt:lpstr>          Thank You!!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Vaishnavi Gaikwad</cp:lastModifiedBy>
  <cp:revision>16</cp:revision>
  <dcterms:created xsi:type="dcterms:W3CDTF">2025-01-31T10:17:36Z</dcterms:created>
  <dcterms:modified xsi:type="dcterms:W3CDTF">2026-04-04T15:27:20Z</dcterms:modified>
</cp:coreProperties>
</file>