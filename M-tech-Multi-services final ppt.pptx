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14" r:id="rId1"/>
  </p:sldMasterIdLst>
  <p:notesMasterIdLst>
    <p:notesMasterId r:id="rId10"/>
  </p:notesMasterIdLst>
  <p:sldIdLst>
    <p:sldId id="272" r:id="rId2"/>
    <p:sldId id="268" r:id="rId3"/>
    <p:sldId id="269" r:id="rId4"/>
    <p:sldId id="270" r:id="rId5"/>
    <p:sldId id="271" r:id="rId6"/>
    <p:sldId id="263" r:id="rId7"/>
    <p:sldId id="273" r:id="rId8"/>
    <p:sldId id="265" r:id="rId9"/>
  </p:sldIdLst>
  <p:sldSz cx="14630400" cy="8229600"/>
  <p:notesSz cx="8229600" cy="14630400"/>
  <p:embeddedFontLst>
    <p:embeddedFont>
      <p:font typeface="Book Antiqua" panose="02040602050305030304" pitchFamily="18" charset="0"/>
      <p:regular r:id="rId11"/>
      <p:bold r:id="rId12"/>
      <p:italic r:id="rId13"/>
      <p:boldItalic r:id="rId14"/>
    </p:embeddedFont>
    <p:embeddedFont>
      <p:font typeface="Century Gothic" panose="020B0502020202020204" pitchFamily="34" charset="0"/>
      <p:regular r:id="rId15"/>
      <p:bold r:id="rId16"/>
      <p:italic r:id="rId17"/>
      <p:boldItalic r:id="rId18"/>
    </p:embeddedFont>
    <p:embeddedFont>
      <p:font typeface="DM Sans Semi Bold" panose="020B0604020202020204" charset="0"/>
      <p:regular r:id="rId19"/>
    </p:embeddedFont>
    <p:embeddedFont>
      <p:font typeface="Wingdings 3" panose="05040102010807070707" pitchFamily="18" charset="2"/>
      <p:regular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32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A4C14-C6F3-48E8-9810-838FE2F7B48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671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7056" y="3017521"/>
            <a:ext cx="10698479" cy="2715337"/>
          </a:xfrm>
        </p:spPr>
        <p:txBody>
          <a:bodyPr anchor="b">
            <a:normAutofit/>
          </a:bodyPr>
          <a:lstStyle>
            <a:lvl1pPr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7056" y="5732855"/>
            <a:ext cx="10698479" cy="1351540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5188573"/>
            <a:ext cx="2093582" cy="934307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5435449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650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1511" y="748932"/>
            <a:ext cx="10694024" cy="1537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7054" y="2560320"/>
            <a:ext cx="10698480" cy="453314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7680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2470500"/>
            <a:ext cx="10698479" cy="1762560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4236155"/>
            <a:ext cx="10698479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09952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07054" y="2560320"/>
            <a:ext cx="5176637" cy="453314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28896" y="2551467"/>
            <a:ext cx="5176637" cy="453314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945339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91615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248" y="2367244"/>
            <a:ext cx="479127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07055" y="3058759"/>
            <a:ext cx="5211472" cy="402487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07956" y="2363370"/>
            <a:ext cx="479880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600348" y="3054886"/>
            <a:ext cx="5206409" cy="402487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945339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9717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33007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33817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535306"/>
            <a:ext cx="4206239" cy="1171574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87614" y="535306"/>
            <a:ext cx="6217920" cy="6497956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5" y="1918336"/>
            <a:ext cx="4206239" cy="5114923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0967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6" y="5760720"/>
            <a:ext cx="1069848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7054" y="761958"/>
            <a:ext cx="10698480" cy="4625964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440806"/>
            <a:ext cx="10698480" cy="592454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04732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731520"/>
            <a:ext cx="10698479" cy="3740448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5224855"/>
            <a:ext cx="10698479" cy="1867037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0738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9939" y="731520"/>
            <a:ext cx="10072711" cy="3474720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930014" y="4206240"/>
            <a:ext cx="9043865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5224855"/>
            <a:ext cx="10698479" cy="1867037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961182" y="777606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7822" y="34863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88845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6" y="2926081"/>
            <a:ext cx="10698480" cy="3269814"/>
          </a:xfrm>
        </p:spPr>
        <p:txBody>
          <a:bodyPr anchor="b">
            <a:normAutofit/>
          </a:bodyPr>
          <a:lstStyle>
            <a:lvl1pPr algn="l">
              <a:defRPr sz="57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45549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19939" y="731520"/>
            <a:ext cx="10072711" cy="3474720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07054" y="5212080"/>
            <a:ext cx="10698480" cy="10058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961182" y="777606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7822" y="34863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64603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752888"/>
            <a:ext cx="10698479" cy="3456024"/>
          </a:xfrm>
        </p:spPr>
        <p:txBody>
          <a:bodyPr anchor="ctr">
            <a:normAutofit/>
          </a:bodyPr>
          <a:lstStyle>
            <a:lvl1pPr algn="l">
              <a:defRPr sz="57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07054" y="5212080"/>
            <a:ext cx="10698480" cy="10058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8863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41038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153775" y="752887"/>
            <a:ext cx="2649121" cy="6340580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07054" y="752887"/>
            <a:ext cx="7772400" cy="63405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93426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29439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109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90570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6475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74320"/>
            <a:ext cx="3421819" cy="7966354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32665" y="189"/>
            <a:ext cx="2828009" cy="8223715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219456" cy="82296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11510" y="748932"/>
            <a:ext cx="10694024" cy="15370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4" y="2560320"/>
            <a:ext cx="10698480" cy="4663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433935" y="7356525"/>
            <a:ext cx="1375540" cy="4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7055" y="7362970"/>
            <a:ext cx="914399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638175" y="945339"/>
            <a:ext cx="9357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924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7" r:id="rId18"/>
    <p:sldLayoutId id="2147483738" r:id="rId19"/>
    <p:sldLayoutId id="2147483739" r:id="rId20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75864" y="731520"/>
            <a:ext cx="12489132" cy="491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92" b="1" dirty="0">
                <a:latin typeface="Times New Roman" pitchFamily="18" charset="0"/>
                <a:cs typeface="Times New Roman" pitchFamily="18" charset="0"/>
              </a:rPr>
              <a:t>MAHARASHTRA  STATE  BOARD  OF TECHNICAL 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3517" y="3804631"/>
            <a:ext cx="10226427" cy="1826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592" b="1" dirty="0">
                <a:latin typeface="Book Antiqua" pitchFamily="18" charset="0"/>
              </a:rPr>
              <a:t>         GOVERNMENT POLTYTECHNIC JINTUR</a:t>
            </a:r>
          </a:p>
          <a:p>
            <a:pPr>
              <a:lnSpc>
                <a:spcPct val="150000"/>
              </a:lnSpc>
            </a:pPr>
            <a:r>
              <a:rPr lang="en-US" sz="2592" b="1" dirty="0">
                <a:latin typeface="Book Antiqua" pitchFamily="18" charset="0"/>
              </a:rPr>
              <a:t>        COMPUTER ENGINEERING DEPARTMENT</a:t>
            </a:r>
          </a:p>
          <a:p>
            <a:pPr>
              <a:lnSpc>
                <a:spcPct val="150000"/>
              </a:lnSpc>
            </a:pPr>
            <a:r>
              <a:rPr lang="en-US" sz="2592" b="1" dirty="0">
                <a:latin typeface="Book Antiqua" pitchFamily="18" charset="0"/>
              </a:rPr>
              <a:t>              ACADMIC YEAR:- 2025-2026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240" y="369279"/>
            <a:ext cx="1188720" cy="116768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3" name="TextBox 2"/>
          <p:cNvSpPr txBox="1"/>
          <p:nvPr/>
        </p:nvSpPr>
        <p:spPr>
          <a:xfrm>
            <a:off x="1920240" y="7094653"/>
            <a:ext cx="6879516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92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 Antiqua" pitchFamily="18" charset="0"/>
              </a:rPr>
              <a:t>UNDER GUIDENCE OF :-PROF. M.A.ZAHED SIR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2560" y="6180387"/>
            <a:ext cx="7020649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592" b="1" dirty="0">
                <a:latin typeface="Times New Roman" pitchFamily="18" charset="0"/>
                <a:cs typeface="Times New Roman" pitchFamily="18" charset="0"/>
              </a:rPr>
              <a:t>TOPIC :-</a:t>
            </a:r>
            <a:r>
              <a:rPr lang="en-IN" sz="2592" b="1" dirty="0">
                <a:latin typeface="Times New Roman" pitchFamily="18" charset="0"/>
                <a:cs typeface="Times New Roman" pitchFamily="18" charset="0"/>
              </a:rPr>
              <a:t> CPP Final Project: E-commerce Business Web Application </a:t>
            </a:r>
            <a:endParaRPr lang="en-US" sz="2592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95937" y="5871219"/>
            <a:ext cx="3076514" cy="491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92" b="1" dirty="0">
                <a:latin typeface="Times New Roman" pitchFamily="18" charset="0"/>
                <a:cs typeface="Times New Roman" pitchFamily="18" charset="0"/>
              </a:rPr>
              <a:t>PRESENTED BY: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22484" y="5821012"/>
            <a:ext cx="4915124" cy="2086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sz="2592" b="1" dirty="0">
              <a:latin typeface="Times New Roman" pitchFamily="18" charset="0"/>
              <a:cs typeface="Times New Roman" pitchFamily="18" charset="0"/>
            </a:endParaRPr>
          </a:p>
          <a:p>
            <a:pPr marL="411480" indent="-411480">
              <a:buFont typeface="+mj-lt"/>
              <a:buAutoNum type="arabicPeriod"/>
            </a:pPr>
            <a:r>
              <a:rPr lang="en-US" sz="2592" b="1" dirty="0">
                <a:latin typeface="Times New Roman" pitchFamily="18" charset="0"/>
                <a:cs typeface="Times New Roman" pitchFamily="18" charset="0"/>
              </a:rPr>
              <a:t>Gauri Dahale</a:t>
            </a:r>
          </a:p>
          <a:p>
            <a:pPr marL="411480" indent="-411480">
              <a:buFont typeface="+mj-lt"/>
              <a:buAutoNum type="arabicPeriod"/>
            </a:pPr>
            <a:r>
              <a:rPr lang="en-US" sz="2592" b="1" dirty="0">
                <a:latin typeface="Times New Roman" pitchFamily="18" charset="0"/>
                <a:cs typeface="Times New Roman" pitchFamily="18" charset="0"/>
              </a:rPr>
              <a:t>Vaishnavi Gaikwad</a:t>
            </a:r>
          </a:p>
          <a:p>
            <a:pPr marL="411480" indent="-411480">
              <a:buFont typeface="+mj-lt"/>
              <a:buAutoNum type="arabicPeriod"/>
            </a:pPr>
            <a:r>
              <a:rPr lang="en-IN" sz="2592" b="1" dirty="0">
                <a:latin typeface="Times New Roman" pitchFamily="18" charset="0"/>
                <a:cs typeface="Times New Roman" pitchFamily="18" charset="0"/>
              </a:rPr>
              <a:t>Amruta </a:t>
            </a:r>
            <a:r>
              <a:rPr lang="en-IN" sz="2592" b="1" dirty="0" err="1">
                <a:latin typeface="Times New Roman" pitchFamily="18" charset="0"/>
                <a:cs typeface="Times New Roman" pitchFamily="18" charset="0"/>
              </a:rPr>
              <a:t>Khodse</a:t>
            </a:r>
            <a:endParaRPr lang="en-IN" sz="2592" b="1" dirty="0">
              <a:latin typeface="Times New Roman" pitchFamily="18" charset="0"/>
              <a:cs typeface="Times New Roman" pitchFamily="18" charset="0"/>
            </a:endParaRPr>
          </a:p>
          <a:p>
            <a:pPr marL="411480" indent="-411480">
              <a:buFont typeface="+mj-lt"/>
              <a:buAutoNum type="arabicPeriod"/>
            </a:pPr>
            <a:r>
              <a:rPr lang="en-IN" sz="2592" b="1" dirty="0">
                <a:latin typeface="Times New Roman" pitchFamily="18" charset="0"/>
                <a:cs typeface="Times New Roman" pitchFamily="18" charset="0"/>
              </a:rPr>
              <a:t>Rupali </a:t>
            </a:r>
            <a:r>
              <a:rPr lang="en-IN" sz="2592" b="1" dirty="0" err="1">
                <a:latin typeface="Times New Roman" pitchFamily="18" charset="0"/>
                <a:cs typeface="Times New Roman" pitchFamily="18" charset="0"/>
              </a:rPr>
              <a:t>Pofle</a:t>
            </a:r>
            <a:endParaRPr lang="en-US" sz="2592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20FD42-28FF-5CD4-8271-94A4D16F6D0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 rot="-10799999" flipV="1">
            <a:off x="5597912" y="1536959"/>
            <a:ext cx="2999678" cy="197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612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:blinds dir="vert"/>
      </p:transition>
    </mc:Choice>
    <mc:Fallback xmlns="">
      <p:transition spd="slow" advClick="0" advTm="5000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B9DC3-3C84-4526-A05B-2C56E39E6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1856" y="785527"/>
            <a:ext cx="10694024" cy="1537068"/>
          </a:xfrm>
        </p:spPr>
        <p:txBody>
          <a:bodyPr/>
          <a:lstStyle/>
          <a:p>
            <a:pPr marL="0" indent="0">
              <a:lnSpc>
                <a:spcPts val="5550"/>
              </a:lnSpc>
            </a:pPr>
            <a:r>
              <a:rPr lang="en-US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M-tech Multi-services</a:t>
            </a:r>
            <a:br>
              <a:rPr lang="en-US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</a:br>
            <a:r>
              <a:rPr lang="en-US" dirty="0">
                <a:solidFill>
                  <a:srgbClr val="030303"/>
                </a:solidFill>
                <a:latin typeface="DM Sans Semi Bold" pitchFamily="34" charset="0"/>
              </a:rPr>
              <a:t>Web Application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AF4BB-0507-427A-A7C8-E591B757E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7200" y="3044414"/>
            <a:ext cx="10698480" cy="4533146"/>
          </a:xfrm>
        </p:spPr>
        <p:txBody>
          <a:bodyPr/>
          <a:lstStyle/>
          <a:p>
            <a:r>
              <a:rPr lang="en-US" dirty="0"/>
              <a:t>Project Name: </a:t>
            </a:r>
            <a:r>
              <a:rPr lang="en-US" b="1" dirty="0"/>
              <a:t>M-Tech Services</a:t>
            </a:r>
            <a:endParaRPr lang="en-US" dirty="0"/>
          </a:p>
          <a:p>
            <a:r>
              <a:rPr lang="en-US" dirty="0"/>
              <a:t>Subtitle: </a:t>
            </a:r>
            <a:r>
              <a:rPr lang="en-US" b="1" dirty="0"/>
              <a:t>A Secure &amp; Innovative Digital Platform</a:t>
            </a:r>
            <a:endParaRPr lang="en-US" sz="1200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A697C0-52F4-4C0B-A455-A482A76E8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968" y="822122"/>
            <a:ext cx="1463878" cy="14638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5496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7D01DC6D-2309-4FB9-8897-F490857DAB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12235" y="485583"/>
            <a:ext cx="1194558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"Introduction to M-Tech Services"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24B28-C337-437F-A88A-EBDFFA3A4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175" y="1982350"/>
            <a:ext cx="12022456" cy="4988606"/>
          </a:xfrm>
        </p:spPr>
        <p:txBody>
          <a:bodyPr>
            <a:normAutofit/>
          </a:bodyPr>
          <a:lstStyle/>
          <a:p>
            <a:r>
              <a:rPr lang="en-US" sz="1600" b="1" dirty="0"/>
              <a:t>Brief Overview of M-Tech Services (Project Overview)</a:t>
            </a:r>
          </a:p>
          <a:p>
            <a:endParaRPr lang="en-US" sz="1600" b="1" dirty="0"/>
          </a:p>
          <a:p>
            <a:r>
              <a:rPr lang="en-US" sz="1600" dirty="0"/>
              <a:t>M-Tech Services is a </a:t>
            </a:r>
            <a:r>
              <a:rPr lang="en-US" sz="1600" b="1" dirty="0"/>
              <a:t>comprehensive digital platform</a:t>
            </a:r>
            <a:r>
              <a:rPr lang="en-US" sz="1600" dirty="0"/>
              <a:t> designed to provide </a:t>
            </a:r>
            <a:r>
              <a:rPr lang="en-US" sz="1600" b="1" dirty="0"/>
              <a:t>ID card solutions, IT services, and security systems</a:t>
            </a:r>
            <a:r>
              <a:rPr lang="en-US" sz="1600" dirty="0"/>
              <a:t>. The platform ensures </a:t>
            </a:r>
            <a:r>
              <a:rPr lang="en-US" sz="1600" b="1" dirty="0"/>
              <a:t>efficiency, security, and seamless user experience</a:t>
            </a:r>
            <a:r>
              <a:rPr lang="en-US" sz="1600" dirty="0"/>
              <a:t> by </a:t>
            </a:r>
            <a:r>
              <a:rPr lang="en-IN" sz="1600" dirty="0"/>
              <a:t>Providing </a:t>
            </a:r>
            <a:r>
              <a:rPr lang="en-US" sz="1600" dirty="0"/>
              <a:t>cutting-edge technologies such as </a:t>
            </a:r>
            <a:r>
              <a:rPr lang="en-US" sz="1600" b="1" dirty="0"/>
              <a:t>biometric authentication, encryption, and e-commerce functionalities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r>
              <a:rPr lang="en-IN" sz="1600" b="1" dirty="0"/>
              <a:t>Services </a:t>
            </a:r>
            <a:r>
              <a:rPr lang="en-US" sz="1600" b="1" dirty="0"/>
              <a:t>of the Project: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 </a:t>
            </a:r>
            <a:r>
              <a:rPr lang="en-US" sz="1600" b="1" dirty="0"/>
              <a:t>ID Card Solutions:</a:t>
            </a:r>
            <a:r>
              <a:rPr lang="en-US" sz="1600" dirty="0"/>
              <a:t> Custom ID cards, smart cards, and RFID-based authentication.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 </a:t>
            </a:r>
            <a:r>
              <a:rPr lang="en-US" sz="1600" b="1" dirty="0"/>
              <a:t>IT Services:</a:t>
            </a:r>
            <a:r>
              <a:rPr lang="en-US" sz="1600" dirty="0"/>
              <a:t> Networking solutions, software support, and technical consulting.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Security Systems:</a:t>
            </a:r>
            <a:r>
              <a:rPr lang="en-US" sz="1600" dirty="0"/>
              <a:t> Biometric authentication, surveillance cameras, and access control.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 </a:t>
            </a:r>
            <a:r>
              <a:rPr lang="en-IN" sz="1600" b="1" dirty="0"/>
              <a:t>Government Document Service: </a:t>
            </a:r>
            <a:r>
              <a:rPr lang="en-IN" sz="1600" dirty="0"/>
              <a:t>Proved quick and easy steps to fill any government documents</a:t>
            </a:r>
            <a:r>
              <a:rPr lang="en-IN" sz="1600" b="1" dirty="0"/>
              <a:t>.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70179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1FF94-66D3-411F-ACE2-7343438C3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1379" y="748932"/>
            <a:ext cx="11514156" cy="1537068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System Functionality – What the System Does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0E396-484E-45DF-933A-65452C46A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7054" y="3215260"/>
            <a:ext cx="10698480" cy="387820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600" b="1" dirty="0"/>
              <a:t>System </a:t>
            </a:r>
            <a:r>
              <a:rPr lang="en-US" sz="2600" b="1" dirty="0"/>
              <a:t>Functionalities:</a:t>
            </a:r>
          </a:p>
          <a:p>
            <a:pPr marL="0" indent="0">
              <a:buNone/>
            </a:pPr>
            <a:endParaRPr lang="en-US" sz="2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i="1" dirty="0"/>
              <a:t>Placing orders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i="1" dirty="0"/>
              <a:t>Tracking Orders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i="1" dirty="0"/>
              <a:t>Provide Important Information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i="1" dirty="0"/>
              <a:t>Data Handling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i="1" dirty="0"/>
              <a:t>Data modification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i="1" dirty="0"/>
              <a:t>Instant Problem Resolve 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1600" b="1" i="1" dirty="0"/>
          </a:p>
          <a:p>
            <a:pPr marL="0" indent="0">
              <a:buNone/>
            </a:pPr>
            <a:endParaRPr lang="en-US" sz="14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8BC5E3-8A8A-4958-A7D2-FAAFBF6EC416}"/>
              </a:ext>
            </a:extLst>
          </p:cNvPr>
          <p:cNvSpPr txBox="1"/>
          <p:nvPr/>
        </p:nvSpPr>
        <p:spPr>
          <a:xfrm>
            <a:off x="2850776" y="2024390"/>
            <a:ext cx="9864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400" dirty="0"/>
              <a:t>The </a:t>
            </a:r>
            <a:r>
              <a:rPr lang="en-US" sz="1400" b="1" dirty="0"/>
              <a:t>M-Tech Services System</a:t>
            </a:r>
            <a:r>
              <a:rPr lang="en-US" sz="1400" dirty="0"/>
              <a:t> is designed to provide a </a:t>
            </a:r>
            <a:r>
              <a:rPr lang="en-US" sz="1400" b="1" dirty="0"/>
              <a:t>secure and efficient platform</a:t>
            </a:r>
            <a:r>
              <a:rPr lang="en-US" sz="1400" dirty="0"/>
              <a:t> for managing </a:t>
            </a:r>
          </a:p>
          <a:p>
            <a:r>
              <a:rPr lang="en-US" sz="1400" b="1" dirty="0"/>
              <a:t>         ID card  processing, biometric authentication, and security device integration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7846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012F1-AC58-485A-AFAB-AA6AC28D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0448" y="1256593"/>
            <a:ext cx="10694024" cy="1015322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</a:rPr>
              <a:t>Technologies </a:t>
            </a:r>
            <a:r>
              <a:rPr lang="en-IN" sz="4000" b="1" dirty="0" err="1">
                <a:solidFill>
                  <a:schemeClr val="tx1"/>
                </a:solidFill>
              </a:rPr>
              <a:t>Uesed</a:t>
            </a:r>
            <a:r>
              <a:rPr lang="en-US" sz="4000" b="1" dirty="0">
                <a:solidFill>
                  <a:schemeClr val="tx1"/>
                </a:solidFill>
              </a:rPr>
              <a:t>:</a:t>
            </a:r>
            <a:br>
              <a:rPr lang="en-US" sz="4400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AA89D-27BB-44B6-9C16-69D02873A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0" y="2271915"/>
            <a:ext cx="10909934" cy="482155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 </a:t>
            </a:r>
            <a:r>
              <a:rPr lang="en-IN" sz="1600" b="1" dirty="0"/>
              <a:t>Development Language: </a:t>
            </a:r>
          </a:p>
          <a:p>
            <a:r>
              <a:rPr lang="en-IN" sz="1600" b="1" dirty="0"/>
              <a:t>        Frontend Languages: HTML, CSS , JAVASCRIPT </a:t>
            </a:r>
          </a:p>
          <a:p>
            <a:r>
              <a:rPr lang="en-IN" sz="1600" b="1" dirty="0"/>
              <a:t>         Backend Languages: PHP, MYSQL </a:t>
            </a:r>
          </a:p>
          <a:p>
            <a:pPr marL="0" indent="0">
              <a:buNone/>
            </a:pPr>
            <a:endParaRPr lang="en-US" sz="16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/>
              <a:t> </a:t>
            </a:r>
            <a:r>
              <a:rPr lang="en-IN" sz="1600" b="1" dirty="0"/>
              <a:t> Resources Used: Vs Code </a:t>
            </a:r>
            <a:r>
              <a:rPr lang="en-IN" sz="1600" b="1" dirty="0" err="1"/>
              <a:t>Code</a:t>
            </a:r>
            <a:r>
              <a:rPr lang="en-IN" sz="1600" b="1" dirty="0"/>
              <a:t> </a:t>
            </a:r>
            <a:r>
              <a:rPr lang="en-IN" sz="1600" b="1" dirty="0" err="1"/>
              <a:t>Editer</a:t>
            </a:r>
            <a:r>
              <a:rPr lang="en-IN" sz="1600" b="1" dirty="0"/>
              <a:t>,  </a:t>
            </a:r>
            <a:r>
              <a:rPr lang="en-IN" sz="1600" b="1" dirty="0" err="1"/>
              <a:t>Xampp</a:t>
            </a:r>
            <a:r>
              <a:rPr lang="en-IN" sz="1600" b="1" dirty="0"/>
              <a:t> Server application, Google Chrome Browser </a:t>
            </a:r>
            <a:endParaRPr lang="en-US" sz="16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37914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8685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Output</a:t>
            </a:r>
            <a:endParaRPr lang="en-US" sz="44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E1B7F1-E620-4275-A817-56AE6EDD1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831" y="2622368"/>
            <a:ext cx="5852159" cy="36575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007738-8E33-4EE2-B595-39E8B9CDB2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6434" y="2612572"/>
            <a:ext cx="58521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387225C-552F-EDE1-80B0-0E4A1C019D18}"/>
              </a:ext>
            </a:extLst>
          </p:cNvPr>
          <p:cNvSpPr/>
          <p:nvPr/>
        </p:nvSpPr>
        <p:spPr>
          <a:xfrm>
            <a:off x="1815564" y="5948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750FC5-CC57-9BB6-4A3C-FA81B3AE7496}"/>
              </a:ext>
            </a:extLst>
          </p:cNvPr>
          <p:cNvSpPr txBox="1"/>
          <p:nvPr/>
        </p:nvSpPr>
        <p:spPr>
          <a:xfrm>
            <a:off x="2548123" y="2822138"/>
            <a:ext cx="912222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M-Tech Multi-Services has successfully developed a</a:t>
            </a:r>
            <a:r>
              <a:rPr lang="en-IN" sz="2400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 efficient web application that enhances customer experience through a user-friendly front end and a well-integrated back-end system. The seamless interaction between these components ensures smooth transactions, secure data handling, and effective inventory management. </a:t>
            </a:r>
          </a:p>
        </p:txBody>
      </p:sp>
    </p:spTree>
    <p:extLst>
      <p:ext uri="{BB962C8B-B14F-4D97-AF65-F5344CB8AC3E}">
        <p14:creationId xmlns:p14="http://schemas.microsoft.com/office/powerpoint/2010/main" val="4083192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34421" y="9399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IN" sz="4450" dirty="0"/>
              <a:t>References </a:t>
            </a:r>
            <a:endParaRPr lang="en-US" sz="44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C68B00-63EF-4325-3870-76D519532DF7}"/>
              </a:ext>
            </a:extLst>
          </p:cNvPr>
          <p:cNvSpPr txBox="1"/>
          <p:nvPr/>
        </p:nvSpPr>
        <p:spPr>
          <a:xfrm>
            <a:off x="3546668" y="2612572"/>
            <a:ext cx="831668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Link: https://chatgpt.com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Dialogflow</a:t>
            </a:r>
            <a:r>
              <a:rPr lang="en-US" sz="2400" dirty="0"/>
              <a:t> (by Google)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Link: https://dialogflow.cloud.google.com/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Rasa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Link: https://rasa.com/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Botpress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Link: https://botpress.com/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76</TotalTime>
  <Words>381</Words>
  <Application>Microsoft Office PowerPoint</Application>
  <PresentationFormat>Custom</PresentationFormat>
  <Paragraphs>57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Times New Roman</vt:lpstr>
      <vt:lpstr>Wingdings 3</vt:lpstr>
      <vt:lpstr>Arial</vt:lpstr>
      <vt:lpstr>Book Antiqua</vt:lpstr>
      <vt:lpstr>DM Sans Semi Bold</vt:lpstr>
      <vt:lpstr>Wingdings</vt:lpstr>
      <vt:lpstr>Courier New</vt:lpstr>
      <vt:lpstr>Century Gothic</vt:lpstr>
      <vt:lpstr>Wisp</vt:lpstr>
      <vt:lpstr>PowerPoint Presentation</vt:lpstr>
      <vt:lpstr>M-tech Multi-services Web Application</vt:lpstr>
      <vt:lpstr>                     "Introduction to M-Tech Services"  </vt:lpstr>
      <vt:lpstr>System Functionality – What the System Does</vt:lpstr>
      <vt:lpstr>Technologies Uesed: 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Vaishnavi Gaikwad</cp:lastModifiedBy>
  <cp:revision>15</cp:revision>
  <dcterms:created xsi:type="dcterms:W3CDTF">2025-01-31T10:17:36Z</dcterms:created>
  <dcterms:modified xsi:type="dcterms:W3CDTF">2026-03-28T07:50:57Z</dcterms:modified>
</cp:coreProperties>
</file>